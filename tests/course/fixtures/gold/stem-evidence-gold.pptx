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01828"/>
                </a:solidFill>
                <a:latin typeface="Arial"/>
              </a:defRPr>
            </a:pPr>
            <a:r>
              <a:t>Vector diagram: low-text visual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5303520"/>
            <a:ext cx="5943600" cy="0"/>
          </a:xfrm>
          <a:prstGeom prst="line">
            <a:avLst/>
          </a:prstGeom>
          <a:ln w="88900">
            <a:solidFill>
              <a:srgbClr val="157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828800" y="1554480"/>
            <a:ext cx="0" cy="3749040"/>
          </a:xfrm>
          <a:prstGeom prst="line">
            <a:avLst/>
          </a:prstGeom>
          <a:ln w="88900">
            <a:solidFill>
              <a:srgbClr val="F790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828800" y="1554480"/>
            <a:ext cx="5943600" cy="3749040"/>
          </a:xfrm>
          <a:prstGeom prst="line">
            <a:avLst/>
          </a:prstGeom>
          <a:ln w="12700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42318"/>
                </a:solidFill>
                <a:latin typeface="Arial"/>
              </a:defRPr>
            </a:pPr>
            <a:r>
              <a:t>vector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01828"/>
                </a:solidFill>
                <a:latin typeface="Arial"/>
              </a:defRPr>
            </a:pPr>
            <a:r>
              <a:t>Coordinate components and constant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>
                <a:solidFill>
                  <a:srgbClr val="1570EF"/>
                </a:solidFill>
                <a:latin typeface="Arial"/>
              </a:defRPr>
            </a:pPr>
            <a:r>
              <a:t>v(t) = v0 + a*t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743200"/>
            <a:ext cx="9601200" cy="3108960"/>
          </a:xfrm>
          <a:prstGeom prst="rect">
            <a:avLst/>
          </a:prstGeom>
          <a:noFill/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412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344054"/>
                </a:solidFill>
                <a:latin typeface="Arial"/>
              </a:defRPr>
            </a:pPr>
            <a:r>
              <a:t>horizontal: vx = 8 m/s</a:t>
            </a:r>
            <a:br/>
            <a:r>
              <a:t>vertical: vy changes with gravity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01828"/>
                </a:solidFill>
                <a:latin typeface="Arial"/>
              </a:defRPr>
            </a:pPr>
            <a:r>
              <a:t>Worked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344054"/>
                </a:solidFill>
                <a:latin typeface="Arial"/>
              </a:defRPr>
            </a:pPr>
            <a:r>
              <a:t>v = 2 m/s + (5 m/s^2)(2 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3108960"/>
            <a:ext cx="6583680" cy="1554480"/>
          </a:xfrm>
          <a:prstGeom prst="roundRect">
            <a:avLst/>
          </a:prstGeom>
          <a:solidFill>
            <a:srgbClr val="ECFDF3"/>
          </a:solidFill>
          <a:ln w="50800">
            <a:solidFill>
              <a:srgbClr val="02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027A48"/>
                </a:solidFill>
                <a:latin typeface="Arial"/>
              </a:defRPr>
            </a:pPr>
            <a:r>
              <a:t>ANSWER: 12 m/s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Course Workbench evidence gold set</dc:title>
  <dc:subject>CC0 test fixture</dc:subject>
  <dc:creator>STEM Course Workbench contributors</dc:creator>
  <cp:keywords/>
  <dc:description>generated using python-pptx</dc:description>
  <cp:lastModifiedBy>STEM Course Workbench contributors</cp:lastModifiedBy>
  <cp:revision>1</cp:revision>
  <dcterms:created xsi:type="dcterms:W3CDTF">2026-08-29T00:00:00Z</dcterms:created>
  <dcterms:modified xsi:type="dcterms:W3CDTF">2026-08-29T00:00:00Z</dcterms:modified>
  <cp:category/>
</cp:coreProperties>
</file>